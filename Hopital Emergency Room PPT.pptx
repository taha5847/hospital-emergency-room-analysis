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486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L1F22BSCS0404- TAHA PARVAIZ</cp:lastModifiedBy>
  <cp:revision>7</cp:revision>
  <dcterms:created xsi:type="dcterms:W3CDTF">2024-11-24T05:55:51Z</dcterms:created>
  <dcterms:modified xsi:type="dcterms:W3CDTF">2026-10-28T15:38:16Z</dcterms:modified>
</cp:coreProperties>
</file>